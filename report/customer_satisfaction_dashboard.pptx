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customXml/itemProps1.xml" ContentType="application/vnd.openxmlformats-officedocument.customXmlProperties+xml"/>
  <Override PartName="/customXml/itemProps2.xml" ContentType="application/vnd.openxmlformats-officedocument.customXmlProperties+xml"/>
  <Override PartName="/customXml/itemProps3.xml" ContentType="application/vnd.openxmlformats-officedocument.customXmlProperties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tags/tag1.xml" ContentType="application/vnd.openxmlformats-officedocument.presentationml.tags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webextensions/webextension1.xml" ContentType="application/vnd.ms-office.webextension+xml"/>
  <Override PartName="/ppt/revisionInfo.xml" ContentType="application/vnd.ms-powerpoint.revisioninfo+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5" Type="http://schemas.openxmlformats.org/officeDocument/2006/relationships/custom-properties" Target="docProps/custom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4"/>
  </p:sldMasterIdLst>
  <p:sldIdLst>
    <p:sldId id="256" r:id="rId5"/>
    <p:sldId id="257" r:id="rId6"/>
  </p:sldIdLst>
  <p:sldSz cx="12192000" cy="6858000"/>
  <p:notesSz cx="6858000" cy="9144000"/>
  <p:custDataLst>
    <p:tags r:id="rId7"/>
  </p:custDataLst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revisionInfo.xml><?xml version="1.0" encoding="utf-8"?>
<p1510:revInfo xmlns:a="http://schemas.openxmlformats.org/drawingml/2006/main" xmlns:r="http://schemas.openxmlformats.org/officeDocument/2006/relationships" xmlns:p1510="http://schemas.microsoft.com/office/powerpoint/2015/10/main">
  <p1510:revLst>
    <p1510:client id="{87BC108F-2AB8-48DA-AB49-F9E86BDDFE2F}" v="6" dt="2018-08-08T09:06:44.784"/>
  </p1510:revLst>
</p1510:revInfo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51"/>
    <p:restoredTop sz="94647"/>
  </p:normalViewPr>
  <p:slideViewPr>
    <p:cSldViewPr snapToGrid="0" snapToObjects="1">
      <p:cViewPr varScale="1">
        <p:scale>
          <a:sx n="109" d="100"/>
          <a:sy n="109" d="100"/>
        </p:scale>
        <p:origin x="96" y="104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presProps" Target="presProps.xml"/><Relationship Id="rId3" Type="http://schemas.openxmlformats.org/officeDocument/2006/relationships/customXml" Target="../customXml/item3.xml"/><Relationship Id="rId7" Type="http://schemas.openxmlformats.org/officeDocument/2006/relationships/tags" Target="tags/tag1.xml"/><Relationship Id="rId12" Type="http://schemas.microsoft.com/office/2015/10/relationships/revisionInfo" Target="revisionInfo.xml"/><Relationship Id="rId2" Type="http://schemas.openxmlformats.org/officeDocument/2006/relationships/customXml" Target="../customXml/item2.xml"/><Relationship Id="rId1" Type="http://schemas.openxmlformats.org/officeDocument/2006/relationships/customXml" Target="../customXml/item1.xml"/><Relationship Id="rId6" Type="http://schemas.openxmlformats.org/officeDocument/2006/relationships/slide" Target="slides/slide2.xml"/><Relationship Id="rId11" Type="http://schemas.openxmlformats.org/officeDocument/2006/relationships/tableStyles" Target="tableStyles.xml"/><Relationship Id="rId5" Type="http://schemas.openxmlformats.org/officeDocument/2006/relationships/slide" Target="slides/slide1.xml"/><Relationship Id="rId10" Type="http://schemas.openxmlformats.org/officeDocument/2006/relationships/theme" Target="theme/theme1.xml"/><Relationship Id="rId4" Type="http://schemas.openxmlformats.org/officeDocument/2006/relationships/slideMaster" Target="slideMasters/slideMaster1.xml"/><Relationship Id="rId9" Type="http://schemas.openxmlformats.org/officeDocument/2006/relationships/viewProps" Target="viewProps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A14106F-A246-2E48-9544-E8146AB80CF1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73229C53-2CA9-764A-93AB-ECAD546B01FA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766C782C-8745-7347-B6AC-4D8772289B9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7A2730A-859E-B540-ADF3-E97069AD1FDB}" type="datetimeFigureOut">
              <a:rPr lang="en-US" smtClean="0"/>
              <a:t>10/1/2026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0A1CFD0D-118D-4441-A91C-1B836A28AAD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EACB8388-0632-6942-96AC-2D619404EDC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E05DC9C-C50D-D242-B083-59CEE07163F1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151746138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8BFEA2F-4473-0948-AB43-EBE335118AC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5708B151-747D-604F-903D-9A920F3178C3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8B047E0C-8A67-AE45-9E33-B90E65F8266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7A2730A-859E-B540-ADF3-E97069AD1FDB}" type="datetimeFigureOut">
              <a:rPr lang="en-US" smtClean="0"/>
              <a:t>10/1/2026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702C27D1-B1FA-884E-BB86-6AA912AD2C1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7740875C-8A74-6B43-8AF6-63659F8EC74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E05DC9C-C50D-D242-B083-59CEE07163F1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219327049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8B73F97-6513-314A-BEB3-8AC3A43CEF6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4BAC1008-6364-A640-BA0B-D8775884B51B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3A5AB27E-7D19-9148-AFBE-D10DF7C15B9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7A2730A-859E-B540-ADF3-E97069AD1FDB}" type="datetimeFigureOut">
              <a:rPr lang="en-US" smtClean="0"/>
              <a:t>10/1/2026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FF17AB2F-DBDD-3343-AB56-539EF251BC1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5982543B-D933-004D-99FF-224DE8B9700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E05DC9C-C50D-D242-B083-59CEE07163F1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332993733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D7E5657-C487-1D4B-9C65-4DD0F323D1E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2FBF2E6E-20E6-9043-A03F-A481416CA8EB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DECB42E3-D2BE-6F4D-92FC-1494FD65C170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C2A5245B-18BD-FF4F-92B6-242006FB81F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7A2730A-859E-B540-ADF3-E97069AD1FDB}" type="datetimeFigureOut">
              <a:rPr lang="en-US" smtClean="0"/>
              <a:t>10/1/2026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BE081255-874F-754B-A47E-861DA0CD158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00E19D76-7CF9-AC46-8DF1-89FFCD7B2D7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E05DC9C-C50D-D242-B083-59CEE07163F1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9621691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C93E17C-5F89-8D43-BA72-7627FFCB128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D3969009-5908-0446-A2D3-27CA7612D79B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F2A4F87B-6AD1-4F41-B65A-1712AF5CC500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E39BD845-9E91-C744-AC94-1F3B0763A6B7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305476AE-7625-BD41-9CA9-51364370D38F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A5E53358-AC69-5B4B-A141-FBCF7AC8508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7A2730A-859E-B540-ADF3-E97069AD1FDB}" type="datetimeFigureOut">
              <a:rPr lang="en-US" smtClean="0"/>
              <a:t>10/1/2026</a:t>
            </a:fld>
            <a:endParaRPr lang="en-US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D9FCEA71-D074-9149-9053-65C6E547F04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DAC57ED6-3E53-184B-96E1-A81C0B366A2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E05DC9C-C50D-D242-B083-59CEE07163F1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337476017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4C97104-1EED-AC46-9BFE-74C4C897388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A6CA8C08-9E8C-6741-A2F0-5FAB6AE5E4F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7A2730A-859E-B540-ADF3-E97069AD1FDB}" type="datetimeFigureOut">
              <a:rPr lang="en-US" smtClean="0"/>
              <a:t>10/1/2026</a:t>
            </a:fld>
            <a:endParaRPr lang="en-US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2AD7E1B8-2D7B-4548-B1EC-8C766C92D94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CDE0B748-F1C5-8749-8C42-DAC929DFFC5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E05DC9C-C50D-D242-B083-59CEE07163F1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307546782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CFFE7249-F53D-4B4D-A448-22699C3D26C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7A2730A-859E-B540-ADF3-E97069AD1FDB}" type="datetimeFigureOut">
              <a:rPr lang="en-US" smtClean="0"/>
              <a:t>10/1/2026</a:t>
            </a:fld>
            <a:endParaRPr lang="en-US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54682F3B-F381-C642-956B-8B897A4E6BF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FC599A17-3A94-2D4B-863A-D140FD43EA0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E05DC9C-C50D-D242-B083-59CEE07163F1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99842099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67E8CEF-1C51-8C45-A4DD-823EF2ED191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B8E374CA-1122-FA4B-B960-C80ADBD8CFB4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C2EA1D2F-31D9-944B-9E05-A6DF632D8BC8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3438C1F2-E75A-7847-BE97-4BAFD26A3C1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7A2730A-859E-B540-ADF3-E97069AD1FDB}" type="datetimeFigureOut">
              <a:rPr lang="en-US" smtClean="0"/>
              <a:t>10/1/2026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87989FF9-DBBA-CD42-95A8-C1446B0102B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CB918F56-7D9A-9D48-8FD1-C96B13CCAF5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E05DC9C-C50D-D242-B083-59CEE07163F1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76740826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6E687D9-2240-8D42-BF6D-3237D5EF1CA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9333825A-5AFC-8A42-93C4-F00E40A0FD93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7DF956E5-5DA8-AB49-9E03-65283DF2A3A3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078163D5-4687-C243-A8A2-0650A788707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7A2730A-859E-B540-ADF3-E97069AD1FDB}" type="datetimeFigureOut">
              <a:rPr lang="en-US" smtClean="0"/>
              <a:t>10/1/2026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38300BF0-29B6-B343-A484-59353A8ACA8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4F48E5C9-1065-5147-B725-91FB99153EC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E05DC9C-C50D-D242-B083-59CEE07163F1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116017357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F659CC8-54DA-0A42-9DA3-C9E7FB11FDD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E31DD596-2259-614F-A986-3F25CF600FDE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2FA5B1C8-F927-B147-8326-E3862924A8F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7A2730A-859E-B540-ADF3-E97069AD1FDB}" type="datetimeFigureOut">
              <a:rPr lang="en-US" smtClean="0"/>
              <a:t>10/1/2026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EC0B53A9-157A-9941-B952-607DAB5FA2A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13CF697C-66DE-734A-9CA9-579BCEA1702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E05DC9C-C50D-D242-B083-59CEE07163F1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01388330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:a16="http://schemas.microsoft.com/office/drawing/2014/main" id="{2BFAABD5-DA08-A547-B641-D0E088917286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C2B8267B-68DB-BD49-A9B4-434AE7BB23F1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0ED2D5EC-A445-FF43-82E6-1E7554A5DCB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7A2730A-859E-B540-ADF3-E97069AD1FDB}" type="datetimeFigureOut">
              <a:rPr lang="en-US" smtClean="0"/>
              <a:t>10/1/2026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5A76C67B-5186-6A4F-8CC0-6CBFEB11829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EABF1686-2B7E-F34D-B970-CC7FA2D3BC5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E05DC9C-C50D-D242-B083-59CEE07163F1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337161795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1B0B6787-B51F-DB42-9E52-63E10EB8651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563B9472-27F5-2144-BCEC-3E0A96761AF5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6F352788-8A6E-D24F-82D2-F38C9E41A4A6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37A2730A-859E-B540-ADF3-E97069AD1FDB}" type="datetimeFigureOut">
              <a:rPr lang="en-US" smtClean="0"/>
              <a:t>10/1/2026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A81DDB45-653D-0C49-B78E-967549C7BA6C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DCADC715-0B9A-0348-A62C-3F8BCE535B34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8E05DC9C-C50D-D242-B083-59CEE07163F1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68849038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microsoft.com/office/2011/relationships/webextension" Target="../webextensions/webextension1.xml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2.png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hyperlink" Target="https://pages.store.office.com/addinsinstallpage.aspx?rs=en-US&amp;assetid=WA200003233&amp;isWac=True&amp;ui=en-US&amp;ad=US" TargetMode="External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1.pn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Add-in_Banner">
            <a:extLst>
              <a:ext uri="{FF2B5EF4-FFF2-40B4-BE49-F238E27FC236}">
                <a16:creationId xmlns:a16="http://schemas.microsoft.com/office/drawing/2014/main" id="{3469E413-BCF5-4E2F-BE4B-EB617C589FA5}"/>
              </a:ext>
            </a:extLst>
          </p:cNvPr>
          <p:cNvSpPr txBox="1">
            <a:spLocks noGrp="1"/>
          </p:cNvSpPr>
          <p:nvPr>
            <p:ph type="title"/>
          </p:nvPr>
        </p:nvSpPr>
        <p:spPr>
          <a:xfrm>
            <a:off x="0" y="351395"/>
            <a:ext cx="12192000" cy="640515"/>
          </a:xfrm>
          <a:prstGeom prst="rect">
            <a:avLst/>
          </a:prstGeom>
          <a:solidFill>
            <a:srgbClr val="494748">
              <a:alpha val="4706"/>
            </a:srgb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="horz" wrap="square" lIns="1332000" tIns="180000" rIns="216000" bIns="180000" numCol="1" spcCol="0" rtlCol="0" fromWordArt="0" anchor="ctr" anchorCtr="0" forceAA="0" compatLnSpc="1">
            <a:prstTxWarp prst="textNoShape">
              <a:avLst/>
            </a:prstTxWarp>
            <a:spAutoFit/>
          </a:bodyPr>
          <a:lstStyle/>
          <a:p>
            <a:pPr algn="l" rtl="0">
              <a:spcAft>
                <a:spcPts val="0"/>
              </a:spcAft>
            </a:pPr>
            <a:r>
              <a:rPr lang="en-GB" sz="1800" dirty="0">
                <a:solidFill>
                  <a:srgbClr val="000000"/>
                </a:solidFill>
                <a:effectLst/>
                <a:latin typeface="Segoe UI Light" panose="020B0502040204020203" pitchFamily="34" charset="0"/>
                <a:ea typeface="Calibri" panose="020F0502020204030204" pitchFamily="34" charset="0"/>
                <a:cs typeface="Segoe UI Light" panose="020B0502040204020203" pitchFamily="34" charset="0"/>
              </a:rPr>
              <a:t>Microsoft Power BI</a:t>
            </a:r>
            <a:endParaRPr lang="en-IE" sz="1200" dirty="0">
              <a:effectLst/>
              <a:latin typeface="Segoe UI Light" panose="020B0502040204020203" pitchFamily="34" charset="0"/>
              <a:ea typeface="Calibri" panose="020F0502020204030204" pitchFamily="34" charset="0"/>
              <a:cs typeface="Segoe UI Light" panose="020B0502040204020203" pitchFamily="34" charset="0"/>
            </a:endParaRPr>
          </a:p>
        </p:txBody>
      </p:sp>
      <p:pic>
        <p:nvPicPr>
          <p:cNvPr id="7" name="Add-in_Icon" descr="Icon for Microsoft Power BI.">
            <a:extLst>
              <a:ext uri="{FF2B5EF4-FFF2-40B4-BE49-F238E27FC236}">
                <a16:creationId xmlns:a16="http://schemas.microsoft.com/office/drawing/2014/main" id="{87D43E1C-7B4D-44A2-8E6D-6786349BFB58}"/>
              </a:ext>
            </a:extLst>
          </p:cNvPr>
          <p:cNvPicPr/>
          <p:nvPr/>
        </p:nvPicPr>
        <p:blipFill>
          <a:blip r:embed="rId2"/>
          <a:stretch>
            <a:fillRect/>
          </a:stretch>
        </p:blipFill>
        <p:spPr bwMode="auto">
          <a:xfrm>
            <a:off x="914400" y="530365"/>
            <a:ext cx="291465" cy="291465"/>
          </a:xfrm>
          <a:prstGeom prst="rect">
            <a:avLst/>
          </a:prstGeom>
          <a:noFill/>
        </p:spPr>
      </p:pic>
      <mc:AlternateContent xmlns:mc="http://schemas.openxmlformats.org/markup-compatibility/2006">
        <mc:Choice xmlns:we="http://schemas.microsoft.com/office/webextensions/webextension/2010/11" xmlns:pca="http://schemas.microsoft.com/office/powerpoint/2013/contentapp" Requires="we pca">
          <p:graphicFrame>
            <p:nvGraphicFramePr>
              <p:cNvPr id="2" name="Add-in" descr="Add-in content for Microsoft Power BI."/>
              <p:cNvGraphicFramePr>
                <a:graphicFrameLocks noGrp="1"/>
              </p:cNvGraphicFramePr>
              <p:nvPr/>
            </p:nvGraphicFramePr>
            <p:xfrm>
              <a:off x="721012" y="1170879"/>
              <a:ext cx="10749976" cy="5335725"/>
            </p:xfrm>
            <a:graphic>
              <a:graphicData uri="http://schemas.microsoft.com/office/webextensions/webextension/2010/11">
                <we:webextensionref xmlns:we="http://schemas.microsoft.com/office/webextensions/webextension/2010/11" xmlns:r="http://schemas.openxmlformats.org/officeDocument/2006/relationships" r:id="rId3"/>
              </a:graphicData>
            </a:graphic>
          </p:graphicFrame>
        </mc:Choice>
        <mc:Fallback>
          <p:pic>
            <p:nvPicPr>
              <p:cNvPr id="2" name="Add-in" descr="Add-in content for Microsoft Power BI."/>
              <p:cNvPicPr>
                <a:picLocks noGrp="1" noRot="1" noChangeAspect="1" noMove="1" noResize="1" noEditPoints="1" noAdjustHandles="1" noChangeArrowheads="1" noChangeShapeType="1"/>
              </p:cNvPicPr>
              <p:nvPr/>
            </p:nvPicPr>
            <p:blipFill>
              <a:blip r:embed="rId4"/>
              <a:stretch>
                <a:fillRect/>
              </a:stretch>
            </p:blipFill>
            <p:spPr>
              <a:xfrm>
                <a:off x="721012" y="1170879"/>
                <a:ext cx="10749976" cy="5335725"/>
              </a:xfrm>
              <a:prstGeom prst="rect">
                <a:avLst/>
              </a:prstGeom>
            </p:spPr>
          </p:pic>
        </mc:Fallback>
      </mc:AlternateContent>
    </p:spTree>
    <p:extLst>
      <p:ext uri="{BB962C8B-B14F-4D97-AF65-F5344CB8AC3E}">
        <p14:creationId xmlns:p14="http://schemas.microsoft.com/office/powerpoint/2010/main" val="3211859542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" name="InstallationHelpContent">
            <a:extLst>
              <a:ext uri="{FF2B5EF4-FFF2-40B4-BE49-F238E27FC236}">
                <a16:creationId xmlns:a16="http://schemas.microsoft.com/office/drawing/2014/main" id="{2CA8B576-3688-4F36-8A9A-7852B92A0202}"/>
              </a:ext>
            </a:extLst>
          </p:cNvPr>
          <p:cNvSpPr txBox="1"/>
          <p:nvPr/>
        </p:nvSpPr>
        <p:spPr>
          <a:xfrm>
            <a:off x="914400" y="5284829"/>
            <a:ext cx="10063308" cy="461665"/>
          </a:xfrm>
          <a:prstGeom prst="rect">
            <a:avLst/>
          </a:prstGeom>
          <a:noFill/>
          <a:ln w="9525" cmpd="sng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dk1"/>
          </a:fontRef>
        </p:style>
        <p:txBody>
          <a:bodyPr wrap="square" lIns="0" rtlCol="0" anchor="ctr" anchorCtr="0">
            <a:spAutoFit/>
          </a:bodyPr>
          <a:lstStyle>
            <a:lvl1pPr marL="0" indent="0">
              <a:defRPr sz="11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1pPr>
            <a:lvl2pPr marL="457200" indent="0">
              <a:defRPr sz="11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2pPr>
            <a:lvl3pPr marL="914400" indent="0">
              <a:defRPr sz="11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3pPr>
            <a:lvl4pPr marL="1371600" indent="0">
              <a:defRPr sz="11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4pPr>
            <a:lvl5pPr marL="1828800" indent="0">
              <a:defRPr sz="11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5pPr>
            <a:lvl6pPr marL="2286000" indent="0">
              <a:defRPr sz="11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6pPr>
            <a:lvl7pPr marL="2743200" indent="0">
              <a:defRPr sz="11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7pPr>
            <a:lvl8pPr marL="3200400" indent="0">
              <a:defRPr sz="11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8pPr>
            <a:lvl9pPr marL="3657600" indent="0">
              <a:defRPr sz="11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en-US" sz="1200" b="0" i="0" dirty="0">
                <a:latin typeface="Segoe UI" panose="020B0502040204020203" pitchFamily="34" charset="0"/>
                <a:cs typeface="Segoe UI" panose="020B0502040204020203" pitchFamily="34" charset="0"/>
              </a:rPr>
              <a:t>Return to your internet browser or copy this link into your browser:</a:t>
            </a:r>
          </a:p>
          <a:p>
            <a:pPr marL="0" indent="0" algn="l" defTabSz="914400" rtl="0" eaLnBrk="1" latinLnBrk="0" hangingPunct="1"/>
            <a:r>
              <a:rPr lang="en-US" sz="1200" b="0" i="0" u="sng" kern="1200" dirty="0">
                <a:solidFill>
                  <a:srgbClr val="0563C1"/>
                </a:solidFill>
                <a:latin typeface="Segoe UI" panose="020B0502040204020203" pitchFamily="34" charset="0"/>
                <a:cs typeface="Segoe UI" panose="020B0502040204020203" pitchFamily="34" charset="0"/>
                <a:hlinkClick r:id="rId2"/>
              </a:rPr>
              <a:t>https://pages.store.office.com/addinsinstallpage.aspx?rs=en-US&amp;assetid=WA200003233&amp;isWac=True&amp;ui=en-US&amp;ad=US</a:t>
            </a:r>
            <a:endParaRPr lang="en-US" sz="1200" b="0" i="0" u="sng" kern="1200" dirty="0">
              <a:solidFill>
                <a:srgbClr val="0563C1"/>
              </a:solidFill>
              <a:latin typeface="Segoe UI" panose="020B0502040204020203" pitchFamily="34" charset="0"/>
              <a:cs typeface="Segoe UI" panose="020B0502040204020203" pitchFamily="34" charset="0"/>
            </a:endParaRPr>
          </a:p>
        </p:txBody>
      </p:sp>
      <p:sp>
        <p:nvSpPr>
          <p:cNvPr id="16" name="InstallationHelpHeader">
            <a:extLst>
              <a:ext uri="{FF2B5EF4-FFF2-40B4-BE49-F238E27FC236}">
                <a16:creationId xmlns:a16="http://schemas.microsoft.com/office/drawing/2014/main" id="{64C02631-9FDD-4AF6-94C6-2FA9F2831D20}"/>
              </a:ext>
            </a:extLst>
          </p:cNvPr>
          <p:cNvSpPr txBox="1"/>
          <p:nvPr/>
        </p:nvSpPr>
        <p:spPr>
          <a:xfrm>
            <a:off x="914400" y="4916126"/>
            <a:ext cx="10063307" cy="346765"/>
          </a:xfrm>
          <a:prstGeom prst="rect">
            <a:avLst/>
          </a:prstGeom>
          <a:noFill/>
          <a:ln w="9525" cmpd="sng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dk1"/>
          </a:fontRef>
        </p:style>
        <p:txBody>
          <a:bodyPr wrap="square" lIns="0" rtlCol="0" anchor="ctr" anchorCtr="0">
            <a:normAutofit lnSpcReduction="10000"/>
          </a:bodyPr>
          <a:lstStyle>
            <a:lvl1pPr marL="0" indent="0">
              <a:defRPr sz="11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1pPr>
            <a:lvl2pPr marL="457200" indent="0">
              <a:defRPr sz="11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2pPr>
            <a:lvl3pPr marL="914400" indent="0">
              <a:defRPr sz="11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3pPr>
            <a:lvl4pPr marL="1371600" indent="0">
              <a:defRPr sz="11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4pPr>
            <a:lvl5pPr marL="1828800" indent="0">
              <a:defRPr sz="11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5pPr>
            <a:lvl6pPr marL="2286000" indent="0">
              <a:defRPr sz="11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6pPr>
            <a:lvl7pPr marL="2743200" indent="0">
              <a:defRPr sz="11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7pPr>
            <a:lvl8pPr marL="3200400" indent="0">
              <a:defRPr sz="11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8pPr>
            <a:lvl9pPr marL="3657600" indent="0">
              <a:defRPr sz="11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en-US" sz="1800" b="0" i="0">
                <a:latin typeface="Segoe UI Light" panose="020B0502040204020203" pitchFamily="34" charset="0"/>
                <a:cs typeface="Segoe UI Light" panose="020B0502040204020203" pitchFamily="34" charset="0"/>
              </a:rPr>
              <a:t>Need more help?</a:t>
            </a:r>
          </a:p>
        </p:txBody>
      </p:sp>
      <p:pic>
        <p:nvPicPr>
          <p:cNvPr id="17" name="LaunchHelpImage" descr="Office ribbon open on the Home tab.">
            <a:extLst>
              <a:ext uri="{FF2B5EF4-FFF2-40B4-BE49-F238E27FC236}">
                <a16:creationId xmlns:a16="http://schemas.microsoft.com/office/drawing/2014/main" id="{9F6644C8-9C25-4A33-B37A-9C5FA1BB43E1}"/>
              </a:ext>
            </a:extLst>
          </p:cNvPr>
          <p:cNvPicPr>
            <a:picLocks/>
          </p:cNvPicPr>
          <p:nvPr/>
        </p:nvPicPr>
        <p:blipFill>
          <a:blip r:embed="rId3"/>
          <a:stretch>
            <a:fillRect/>
          </a:stretch>
        </p:blipFill>
        <p:spPr>
          <a:xfrm>
            <a:off x="914399" y="2448231"/>
            <a:ext cx="5943600" cy="2102400"/>
          </a:xfrm>
          <a:prstGeom prst="rect">
            <a:avLst/>
          </a:prstGeom>
          <a:ln>
            <a:noFill/>
          </a:ln>
        </p:spPr>
      </p:pic>
      <p:sp>
        <p:nvSpPr>
          <p:cNvPr id="26" name="MyAdd-ins">
            <a:extLst>
              <a:ext uri="{FF2B5EF4-FFF2-40B4-BE49-F238E27FC236}">
                <a16:creationId xmlns:a16="http://schemas.microsoft.com/office/drawing/2014/main" id="{34C66630-1529-4E04-957D-AA0BBAACDAAA}"/>
              </a:ext>
            </a:extLst>
          </p:cNvPr>
          <p:cNvSpPr txBox="1"/>
          <p:nvPr/>
        </p:nvSpPr>
        <p:spPr>
          <a:xfrm>
            <a:off x="5678424" y="3392424"/>
            <a:ext cx="1016635" cy="316865"/>
          </a:xfrm>
          <a:prstGeom prst="rect">
            <a:avLst/>
          </a:prstGeom>
          <a:noFill/>
        </p:spPr>
        <p:txBody>
          <a:bodyPr wrap="square" lIns="0" tIns="0" rIns="0" bIns="0" rtlCol="0" anchor="ctr" anchorCtr="0">
            <a:noAutofit/>
          </a:bodyPr>
          <a:lstStyle/>
          <a:p>
            <a:pPr>
              <a:lnSpc>
                <a:spcPct val="105000"/>
              </a:lnSpc>
              <a:spcAft>
                <a:spcPts val="0"/>
              </a:spcAft>
            </a:pPr>
            <a:r>
              <a:rPr lang="en-GB" sz="1000" kern="1200" dirty="0">
                <a:solidFill>
                  <a:srgbClr val="404040"/>
                </a:solidFill>
                <a:effectLst/>
                <a:latin typeface="Segoe UI Semibold" panose="020B0702040204020203" pitchFamily="34" charset="0"/>
                <a:ea typeface="Times New Roman" panose="02020603050405020304" pitchFamily="18" charset="0"/>
              </a:rPr>
              <a:t>Add-ins</a:t>
            </a:r>
            <a:endParaRPr lang="en-IE" sz="1200" dirty="0">
              <a:effectLst/>
              <a:latin typeface="Times New Roman" panose="02020603050405020304" pitchFamily="18" charset="0"/>
              <a:ea typeface="Times New Roman" panose="02020603050405020304" pitchFamily="18" charset="0"/>
            </a:endParaRPr>
          </a:p>
        </p:txBody>
      </p:sp>
      <p:sp>
        <p:nvSpPr>
          <p:cNvPr id="19" name="TabName">
            <a:extLst>
              <a:ext uri="{FF2B5EF4-FFF2-40B4-BE49-F238E27FC236}">
                <a16:creationId xmlns:a16="http://schemas.microsoft.com/office/drawing/2014/main" id="{703C7623-FC76-4CD5-823D-9B14460DB9E1}"/>
              </a:ext>
            </a:extLst>
          </p:cNvPr>
          <p:cNvSpPr txBox="1"/>
          <p:nvPr/>
        </p:nvSpPr>
        <p:spPr>
          <a:xfrm>
            <a:off x="1490472" y="2633472"/>
            <a:ext cx="1131132" cy="318702"/>
          </a:xfrm>
          <a:prstGeom prst="rect">
            <a:avLst/>
          </a:prstGeom>
          <a:noFill/>
        </p:spPr>
        <p:txBody>
          <a:bodyPr wrap="square" lIns="0" tIns="0" rIns="0" bIns="0" rtlCol="0" anchor="ctr" anchorCtr="0">
            <a:noAutofit/>
          </a:bodyPr>
          <a:lstStyle>
            <a:lvl1pPr marL="0" indent="0">
              <a:defRPr sz="1100">
                <a:latin typeface="+mn-lt"/>
                <a:ea typeface="+mn-ea"/>
                <a:cs typeface="+mn-cs"/>
              </a:defRPr>
            </a:lvl1pPr>
            <a:lvl2pPr marL="457200" indent="0">
              <a:defRPr sz="1100">
                <a:latin typeface="+mn-lt"/>
                <a:ea typeface="+mn-ea"/>
                <a:cs typeface="+mn-cs"/>
              </a:defRPr>
            </a:lvl2pPr>
            <a:lvl3pPr marL="914400" indent="0">
              <a:defRPr sz="1100">
                <a:latin typeface="+mn-lt"/>
                <a:ea typeface="+mn-ea"/>
                <a:cs typeface="+mn-cs"/>
              </a:defRPr>
            </a:lvl3pPr>
            <a:lvl4pPr marL="1371600" indent="0">
              <a:defRPr sz="1100">
                <a:latin typeface="+mn-lt"/>
                <a:ea typeface="+mn-ea"/>
                <a:cs typeface="+mn-cs"/>
              </a:defRPr>
            </a:lvl4pPr>
            <a:lvl5pPr marL="1828800" indent="0">
              <a:defRPr sz="1100">
                <a:latin typeface="+mn-lt"/>
                <a:ea typeface="+mn-ea"/>
                <a:cs typeface="+mn-cs"/>
              </a:defRPr>
            </a:lvl5pPr>
            <a:lvl6pPr marL="2286000" indent="0">
              <a:defRPr sz="1100">
                <a:latin typeface="+mn-lt"/>
                <a:ea typeface="+mn-ea"/>
                <a:cs typeface="+mn-cs"/>
              </a:defRPr>
            </a:lvl6pPr>
            <a:lvl7pPr marL="2743200" indent="0">
              <a:defRPr sz="1100">
                <a:latin typeface="+mn-lt"/>
                <a:ea typeface="+mn-ea"/>
                <a:cs typeface="+mn-cs"/>
              </a:defRPr>
            </a:lvl7pPr>
            <a:lvl8pPr marL="3200400" indent="0">
              <a:defRPr sz="1100">
                <a:latin typeface="+mn-lt"/>
                <a:ea typeface="+mn-ea"/>
                <a:cs typeface="+mn-cs"/>
              </a:defRPr>
            </a:lvl8pPr>
            <a:lvl9pPr marL="3657600" indent="0">
              <a:defRPr sz="1100">
                <a:latin typeface="+mn-lt"/>
                <a:ea typeface="+mn-ea"/>
                <a:cs typeface="+mn-cs"/>
              </a:defRPr>
            </a:lvl9pPr>
          </a:lstStyle>
          <a:p>
            <a:pPr algn="ctr">
              <a:lnSpc>
                <a:spcPct val="105000"/>
              </a:lnSpc>
              <a:spcAft>
                <a:spcPts val="0"/>
              </a:spcAft>
            </a:pPr>
            <a:r>
              <a:rPr lang="en-GB" sz="1000" kern="1200" dirty="0">
                <a:solidFill>
                  <a:srgbClr val="B7472A"/>
                </a:solidFill>
                <a:effectLst/>
                <a:latin typeface="Segoe UI Semibold" panose="020B0702040204020203" pitchFamily="34" charset="0"/>
                <a:ea typeface="Times New Roman" panose="02020603050405020304" pitchFamily="18" charset="0"/>
              </a:rPr>
              <a:t>Home</a:t>
            </a:r>
            <a:endParaRPr lang="en-IE" sz="1200" dirty="0">
              <a:solidFill>
                <a:srgbClr val="B7472A"/>
              </a:solidFill>
              <a:effectLst/>
              <a:latin typeface="Times New Roman" panose="02020603050405020304" pitchFamily="18" charset="0"/>
              <a:ea typeface="Times New Roman" panose="02020603050405020304" pitchFamily="18" charset="0"/>
            </a:endParaRPr>
          </a:p>
        </p:txBody>
      </p:sp>
      <p:sp>
        <p:nvSpPr>
          <p:cNvPr id="20" name="LaunchHelpContent2">
            <a:extLst>
              <a:ext uri="{FF2B5EF4-FFF2-40B4-BE49-F238E27FC236}">
                <a16:creationId xmlns:a16="http://schemas.microsoft.com/office/drawing/2014/main" id="{2F3500B0-385B-4A8E-970C-87A5162E2948}"/>
              </a:ext>
            </a:extLst>
          </p:cNvPr>
          <p:cNvSpPr txBox="1"/>
          <p:nvPr/>
        </p:nvSpPr>
        <p:spPr>
          <a:xfrm>
            <a:off x="914400" y="2166716"/>
            <a:ext cx="10863192" cy="334055"/>
          </a:xfrm>
          <a:prstGeom prst="rect">
            <a:avLst/>
          </a:prstGeom>
          <a:noFill/>
          <a:ln w="9525" cmpd="sng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dk1"/>
          </a:fontRef>
        </p:style>
        <p:txBody>
          <a:bodyPr wrap="none" lIns="0" rtlCol="0" anchor="ctr" anchorCtr="0">
            <a:normAutofit/>
          </a:bodyPr>
          <a:lstStyle>
            <a:lvl1pPr marL="0" indent="0">
              <a:defRPr sz="11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1pPr>
            <a:lvl2pPr marL="457200" indent="0">
              <a:defRPr sz="11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2pPr>
            <a:lvl3pPr marL="914400" indent="0">
              <a:defRPr sz="11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3pPr>
            <a:lvl4pPr marL="1371600" indent="0">
              <a:defRPr sz="11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4pPr>
            <a:lvl5pPr marL="1828800" indent="0">
              <a:defRPr sz="11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5pPr>
            <a:lvl6pPr marL="2286000" indent="0">
              <a:defRPr sz="11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6pPr>
            <a:lvl7pPr marL="2743200" indent="0">
              <a:defRPr sz="11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7pPr>
            <a:lvl8pPr marL="3200400" indent="0">
              <a:defRPr sz="11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8pPr>
            <a:lvl9pPr marL="3657600" indent="0">
              <a:defRPr sz="11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en-US" sz="1200" b="0" i="0" baseline="0">
                <a:latin typeface="Segoe UI Semibold" panose="020B0702040204020203" pitchFamily="34" charset="0"/>
                <a:cs typeface="Segoe UI Semibold" panose="020B0702040204020203" pitchFamily="34" charset="0"/>
              </a:rPr>
              <a:t>On the Home tab</a:t>
            </a:r>
            <a:endParaRPr lang="en-US" sz="1200" b="0" i="0">
              <a:latin typeface="Segoe UI Semibold" panose="020B0702040204020203" pitchFamily="34" charset="0"/>
              <a:cs typeface="Segoe UI Semibold" panose="020B0702040204020203" pitchFamily="34" charset="0"/>
            </a:endParaRPr>
          </a:p>
        </p:txBody>
      </p:sp>
      <p:sp>
        <p:nvSpPr>
          <p:cNvPr id="21" name="LaunchHelpContent1">
            <a:extLst>
              <a:ext uri="{FF2B5EF4-FFF2-40B4-BE49-F238E27FC236}">
                <a16:creationId xmlns:a16="http://schemas.microsoft.com/office/drawing/2014/main" id="{3DDB314C-721F-4AB1-903B-8A65D874228D}"/>
              </a:ext>
            </a:extLst>
          </p:cNvPr>
          <p:cNvSpPr txBox="1"/>
          <p:nvPr/>
        </p:nvSpPr>
        <p:spPr>
          <a:xfrm>
            <a:off x="914400" y="1791044"/>
            <a:ext cx="10863192" cy="334054"/>
          </a:xfrm>
          <a:prstGeom prst="rect">
            <a:avLst/>
          </a:prstGeom>
          <a:noFill/>
          <a:ln w="9525" cmpd="sng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dk1"/>
          </a:fontRef>
        </p:style>
        <p:txBody>
          <a:bodyPr wrap="none" lIns="0" rtlCol="0" anchor="ctr" anchorCtr="0">
            <a:normAutofit/>
          </a:bodyPr>
          <a:lstStyle>
            <a:lvl1pPr marL="0" indent="0">
              <a:defRPr sz="11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1pPr>
            <a:lvl2pPr marL="457200" indent="0">
              <a:defRPr sz="11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2pPr>
            <a:lvl3pPr marL="914400" indent="0">
              <a:defRPr sz="11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3pPr>
            <a:lvl4pPr marL="1371600" indent="0">
              <a:defRPr sz="11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4pPr>
            <a:lvl5pPr marL="1828800" indent="0">
              <a:defRPr sz="11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5pPr>
            <a:lvl6pPr marL="2286000" indent="0">
              <a:defRPr sz="11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6pPr>
            <a:lvl7pPr marL="2743200" indent="0">
              <a:defRPr sz="11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7pPr>
            <a:lvl8pPr marL="3200400" indent="0">
              <a:defRPr sz="11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8pPr>
            <a:lvl9pPr marL="3657600" indent="0">
              <a:defRPr sz="11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en-US" sz="1200" b="0" i="0" dirty="0">
                <a:latin typeface="Segoe UI" panose="020B0502040204020203" pitchFamily="34" charset="0"/>
                <a:cs typeface="Segoe UI" panose="020B0502040204020203" pitchFamily="34" charset="0"/>
              </a:rPr>
              <a:t>After you install the add-in, you can launch it by choosing the add-in button on the Home tab</a:t>
            </a:r>
            <a:endParaRPr lang="en-US" sz="1200" b="1" i="0" dirty="0">
              <a:latin typeface="Segoe UI" panose="020B0502040204020203" pitchFamily="34" charset="0"/>
              <a:cs typeface="Segoe UI" panose="020B0502040204020203" pitchFamily="34" charset="0"/>
            </a:endParaRPr>
          </a:p>
        </p:txBody>
      </p:sp>
      <p:sp>
        <p:nvSpPr>
          <p:cNvPr id="22" name="LaunchHelpHeader">
            <a:extLst>
              <a:ext uri="{FF2B5EF4-FFF2-40B4-BE49-F238E27FC236}">
                <a16:creationId xmlns:a16="http://schemas.microsoft.com/office/drawing/2014/main" id="{AB584A37-30D1-4FA4-900C-FBDB7748536B}"/>
              </a:ext>
            </a:extLst>
          </p:cNvPr>
          <p:cNvSpPr txBox="1">
            <a:spLocks noGrp="1"/>
          </p:cNvSpPr>
          <p:nvPr>
            <p:ph type="title"/>
          </p:nvPr>
        </p:nvSpPr>
        <p:spPr>
          <a:xfrm>
            <a:off x="914400" y="1239451"/>
            <a:ext cx="10863192" cy="496308"/>
          </a:xfrm>
          <a:prstGeom prst="rect">
            <a:avLst/>
          </a:prstGeom>
        </p:spPr>
        <p:txBody>
          <a:bodyPr wrap="none" lIns="0" rtlCol="0" anchor="ctr" anchorCtr="0">
            <a:normAutofit/>
          </a:bodyPr>
          <a:lstStyle>
            <a:lvl1pPr marL="0" indent="0">
              <a:defRPr sz="1100">
                <a:latin typeface="+mn-lt"/>
                <a:ea typeface="+mn-ea"/>
                <a:cs typeface="+mn-cs"/>
              </a:defRPr>
            </a:lvl1pPr>
            <a:lvl2pPr marL="457200" indent="0">
              <a:defRPr sz="1100">
                <a:latin typeface="+mn-lt"/>
                <a:ea typeface="+mn-ea"/>
                <a:cs typeface="+mn-cs"/>
              </a:defRPr>
            </a:lvl2pPr>
            <a:lvl3pPr marL="914400" indent="0">
              <a:defRPr sz="1100">
                <a:latin typeface="+mn-lt"/>
                <a:ea typeface="+mn-ea"/>
                <a:cs typeface="+mn-cs"/>
              </a:defRPr>
            </a:lvl3pPr>
            <a:lvl4pPr marL="1371600" indent="0">
              <a:defRPr sz="1100">
                <a:latin typeface="+mn-lt"/>
                <a:ea typeface="+mn-ea"/>
                <a:cs typeface="+mn-cs"/>
              </a:defRPr>
            </a:lvl4pPr>
            <a:lvl5pPr marL="1828800" indent="0">
              <a:defRPr sz="1100">
                <a:latin typeface="+mn-lt"/>
                <a:ea typeface="+mn-ea"/>
                <a:cs typeface="+mn-cs"/>
              </a:defRPr>
            </a:lvl5pPr>
            <a:lvl6pPr marL="2286000" indent="0">
              <a:defRPr sz="1100">
                <a:latin typeface="+mn-lt"/>
                <a:ea typeface="+mn-ea"/>
                <a:cs typeface="+mn-cs"/>
              </a:defRPr>
            </a:lvl6pPr>
            <a:lvl7pPr marL="2743200" indent="0">
              <a:defRPr sz="1100">
                <a:latin typeface="+mn-lt"/>
                <a:ea typeface="+mn-ea"/>
                <a:cs typeface="+mn-cs"/>
              </a:defRPr>
            </a:lvl7pPr>
            <a:lvl8pPr marL="3200400" indent="0">
              <a:defRPr sz="1100">
                <a:latin typeface="+mn-lt"/>
                <a:ea typeface="+mn-ea"/>
                <a:cs typeface="+mn-cs"/>
              </a:defRPr>
            </a:lvl8pPr>
            <a:lvl9pPr marL="3657600" indent="0">
              <a:defRPr sz="1100">
                <a:latin typeface="+mn-lt"/>
                <a:ea typeface="+mn-ea"/>
                <a:cs typeface="+mn-cs"/>
              </a:defRPr>
            </a:lvl9pPr>
          </a:lstStyle>
          <a:p>
            <a:pPr algn="l" rtl="0"/>
            <a:r>
              <a:rPr lang="en-US" sz="2400" dirty="0">
                <a:latin typeface="Segoe UI Light" panose="020B0502040204020203" pitchFamily="34" charset="0"/>
                <a:cs typeface="Segoe UI Light" panose="020B0502040204020203" pitchFamily="34" charset="0"/>
              </a:rPr>
              <a:t>Relaunch the add-in</a:t>
            </a:r>
          </a:p>
        </p:txBody>
      </p:sp>
      <p:sp>
        <p:nvSpPr>
          <p:cNvPr id="14" name="Add-in_Banner">
            <a:extLst>
              <a:ext uri="{FF2B5EF4-FFF2-40B4-BE49-F238E27FC236}">
                <a16:creationId xmlns:a16="http://schemas.microsoft.com/office/drawing/2014/main" id="{E6F38A83-0D43-4BB2-A6E1-EF52D195B184}"/>
              </a:ext>
            </a:extLst>
          </p:cNvPr>
          <p:cNvSpPr txBox="1"/>
          <p:nvPr/>
        </p:nvSpPr>
        <p:spPr>
          <a:xfrm>
            <a:off x="0" y="351395"/>
            <a:ext cx="12192000" cy="640515"/>
          </a:xfrm>
          <a:prstGeom prst="rect">
            <a:avLst/>
          </a:prstGeom>
          <a:solidFill>
            <a:srgbClr val="494748">
              <a:alpha val="4706"/>
            </a:srgb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="horz" wrap="square" lIns="1332000" tIns="180000" rIns="216000" bIns="180000" numCol="1" spcCol="0" rtlCol="0" fromWordArt="0" anchor="ctr" anchorCtr="0" forceAA="0" compatLnSpc="1">
            <a:prstTxWarp prst="textNoShape">
              <a:avLst/>
            </a:prstTxWarp>
            <a:spAutoFit/>
          </a:bodyPr>
          <a:lstStyle/>
          <a:p>
            <a:pPr>
              <a:spcAft>
                <a:spcPts val="0"/>
              </a:spcAft>
            </a:pPr>
            <a:r>
              <a:rPr lang="en-GB" sz="1800" dirty="0">
                <a:solidFill>
                  <a:srgbClr val="000000"/>
                </a:solidFill>
                <a:effectLst/>
                <a:latin typeface="Segoe UI Light" panose="020B0502040204020203" pitchFamily="34" charset="0"/>
                <a:ea typeface="Calibri" panose="020F0502020204030204" pitchFamily="34" charset="0"/>
                <a:cs typeface="Segoe UI Light" panose="020B0502040204020203" pitchFamily="34" charset="0"/>
              </a:rPr>
              <a:t>Microsoft Power BI</a:t>
            </a:r>
            <a:endParaRPr lang="en-IE" sz="1200" dirty="0">
              <a:effectLst/>
              <a:latin typeface="Segoe UI Light" panose="020B0502040204020203" pitchFamily="34" charset="0"/>
              <a:ea typeface="Calibri" panose="020F0502020204030204" pitchFamily="34" charset="0"/>
              <a:cs typeface="Segoe UI Light" panose="020B0502040204020203" pitchFamily="34" charset="0"/>
            </a:endParaRPr>
          </a:p>
        </p:txBody>
      </p:sp>
      <p:pic>
        <p:nvPicPr>
          <p:cNvPr id="15" name="Add-in_Icon" descr="Icon for Microsoft Power BI.">
            <a:extLst>
              <a:ext uri="{FF2B5EF4-FFF2-40B4-BE49-F238E27FC236}">
                <a16:creationId xmlns:a16="http://schemas.microsoft.com/office/drawing/2014/main" id="{1B82359A-FB32-493E-B411-3F0BBC45D5CE}"/>
              </a:ext>
            </a:extLst>
          </p:cNvPr>
          <p:cNvPicPr/>
          <p:nvPr/>
        </p:nvPicPr>
        <p:blipFill>
          <a:blip r:embed="rId4"/>
          <a:stretch>
            <a:fillRect/>
          </a:stretch>
        </p:blipFill>
        <p:spPr bwMode="auto">
          <a:xfrm>
            <a:off x="914400" y="530365"/>
            <a:ext cx="291465" cy="291465"/>
          </a:xfrm>
          <a:prstGeom prst="rect">
            <a:avLst/>
          </a:prstGeom>
          <a:noFill/>
        </p:spPr>
      </p:pic>
    </p:spTree>
    <p:extLst>
      <p:ext uri="{BB962C8B-B14F-4D97-AF65-F5344CB8AC3E}">
        <p14:creationId xmlns:p14="http://schemas.microsoft.com/office/powerpoint/2010/main" val="2282759447"/>
      </p:ext>
    </p:extLst>
  </p:cSld>
  <p:clrMapOvr>
    <a:masterClrMapping/>
  </p:clrMapOvr>
</p:sld>
</file>

<file path=ppt/tags/tag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FILE_NAME_PARSED_KEY" val="TRUE"/>
</p:tagLst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webextensions/webextension1.xml><?xml version="1.0" encoding="utf-8"?>
<we:webextension xmlns:we="http://schemas.microsoft.com/office/webextensions/webextension/2010/11" id="{cf808d76-2ed3-483a-a943-8a9b0536f305}">
  <we:reference id="WA200003233" version="2.0.0.3" store="en-US" storeType="OMEX"/>
  <we:alternateReferences/>
  <we:properties>
    <we:property name="Microsoft.Office.CampaignId" value="&quot;none&quot;"/>
    <we:property name="reportUrl" value="&quot;/groups/me/reports/bd9aecc8-8f65-4ad5-8144-6e2f341b62fd/1ad5e60f18f4250250dd?bookmarkGuid=f902ccb3-8bd8-46ac-aeba-a6a34ced9eb5&amp;bookmarkUsage=1&amp;ctid=3485b963-82ba-4a6f-810f-b5cc226ff898&amp;fromEntryPoint=export&quot;"/>
    <we:property name="reportState" value="&quot;CONNECTED&quot;"/>
    <we:property name="artifactViewState" value="&quot;live&quot;"/>
    <we:property name="reportEmbeddedTime" value="&quot;2026-10-01T03:43:35.983Z&quot;"/>
    <we:property name="creatorSessionId" value="&quot;9435c9fb-a485-4810-b7bb-5fe5816ce7c1&quot;"/>
    <we:property name="creatorUserId" value="&quot;10032002E959F76A&quot;"/>
    <we:property name="creatorTenantId" value="&quot;3485b963-82ba-4a6f-810f-b5cc226ff898&quot;"/>
    <we:property name="pageDisplayName" value="&quot;Regional &amp; Order Complexity Analysis&quot;"/>
    <we:property name="pageName" value="&quot;1ad5e60f18f4250250dd&quot;"/>
    <we:property name="reportName" value="&quot;fix_bdp_dasboard&quot;"/>
    <we:property name="isVisualContainerHeaderHidden" value="false"/>
    <we:property name="isFiltersActionButtonVisible" value="true"/>
    <we:property name="initialStateBookmark" value="&quot;H4sIAAAAAAAAA+VXbU/bMBD+K5U/V1Nem4RvUPgwMV4EaF8mhC72uRjcOLKd0g71v++clDEYGhqaULdJVZOcz3f3PPckOt8zoVyrYXUMc2Q7bM+Y2znY21HMxqzZ2E5ODo92zw6vjnePDshsWq9M49jOPfNgZ+g/K9eBDhHI+OVyzFqLDu0Cj/FuWKN/VSut/IrteNvhmIHWpzALGyRoR4YWrTMNaPUVhz1ucF2PGS5bbSyErOcePIbMC3KnZyov/pBSUcC9WuA5cr+xgshxEsm4lFmSR/QTgtzc4NAX/6JLCN2nn5rGg2ooTbBhLCtZTyCaJCAmSR0Bz4JdKu03LvXqYNlaIoBoWbWBuCnVOjNWcdCsR0G0DEXfs6nR3by/O3hiPzed5XiGsl9qfE8ZE/JqDo4yXbXWcPJGceVUM9PI1kTQqTVEX+/JO+fNnBxdz1RYvTZ3U4v0ROii9SVZhq0DzY+IL4aqCZJGcQRtaHV9Q4QFeOsHiinXzQ8kbjCuetzvBupyHTySqqBuJGXKs7zOMsmrOP07mzL+Xt6uWEDDUfxU2xGC6yz++eLO6cVyEvqWjs7eKJoa7PQarH+uGWMF2r1BHfvKPrye8fgZiHdFt77cQjHXsihFXBaJmFRxxuu6gslWivmjx7kb7XX8Fv2/KGWuu5AMxd7vaTr5jzX9TBODorFIYcLjModY1gBC8qTYSkVv9ed5dzEb7aOmxtrV6ELN36RpTYPMdmr5JXhb+X2mWYNXWQQCoSgq4GlUJSHDL3n3uPS1WT5lPUQrRFYXuYC4qPKK5zJO4+jt0WScZVFVlxEHqMu8rGQuX43W0vh9DAs1A2/sCxWmcQpRmkXZhCarVEgpy1djumug67NYfbhHCyNuZ72STOddCxxPocG+pe3QBYXDzL1soREoNvc2XD8pauGQ+DPorp9Xw/mB9UkW4Zih8ZUN4VTB+rJCZ9ffANWMcv8DDQAA&quot;"/>
    <we:property name="bookmark" value="&quot;H4sIAAAAAAAAA+VXW2vcOhD+K4uel2L57rw12z4U2hCa0pcSwkgabdRoLSPJ292G/e8d2UkvaTjlhFL2nILxZTSame+bz2Z8y5QJg4X9GWyQnbBT52424G8WnC1ZP9tkUYouExVvscMaS17xmlbdEI3rAzu5ZRH8GuN7E0awKRAZP1wu2eAxoN/iGX6a1+hshLEm7tlJ9CMuGVh7Duu0QYMNZBjQB9eDNZ9x3hNm18OS4W6wzkPKehEhYsq8JXd6pir5s4KKAhnNFi9QxjsrqArrTPNWl3mV0aEUuYXZYSr+UZcUekq/cn0E01OaZEOuOy1qyOocVJ2LDGSZ7NrYeOci9i93gycCiJb9kPhbUa1r540EyyYURMtc9C1bOTtupruXP9gv3OglvkU9LfVxoowpfbWBQJmuBu8keaO6CqZfW2QHIujcO6Jv8pRjiG5DjmFiKq1eu08rj/RE6LLDJVnmrTPN3xC/m6smSBbVGxhSq8VHIizBO9xTTLk+fkfiHcb9hPuPgbo8JI+8a6gbeVvIshJlqWXHi/9mU5Zfy3uuttBLVD/V9gYhjB5/f3EX9GIFDVNLF2+fKBoBfnUNPj7UjPMK/emsjhfG37+efPkAxB9Fd7g8QjEL3bSKt02u6o6XUogO6qMU86uIm7A4HeUNxv+jlKUdUzJUp/9O0/lfrOkHmpgVjU0BteRtBVwLAKVl3hyloo/68/x8u168QEuN9fvFO7N5kqYtDTLHqeXH4B3l95lmDdmVGSiEpulAFlmXpwz/yHvEXRRu9yPrKVqjStFUCnjTVZ2sNC949vRompdl1ok2kwCirdpOV/qX0QYav89ga9YQnX+kwoIXkBVlVtY0WRVKa93+Mma4Bro+iDWF+2ZhxO16UpIbYxhA4jn0OLV0mLtgcJ65dwP0CtXdvU/X14ZaOCd+D3ac5tX0/8CmNKlThy84uYWP2gwAAA==&quot;"/>
    <we:property name="datasetId" value="&quot;357ee8eb-b47a-483c-8ac3-056aa6302ca8&quot;"/>
    <we:property name="embedUrl" value="&quot;/reportEmbed?reportId=bd9aecc8-8f65-4ad5-8144-6e2f341b62fd&amp;config=eyJjbHVzdGVyVXJsIjoiaHR0cHM6Ly9XQUJJLVNPVVRILUVBU1QtQVNJQS1DLVBSSU1BUlktcmVkaXJlY3QuYW5hbHlzaXMud2luZG93cy5uZXQiLCJlbWJlZEZlYXR1cmVzIjp7InVzYWdlTWV0cmljc1ZOZXh0Ijp0cnVlfX0%3D&amp;disableSensitivityBanner=true&amp;storytellingChangeViewModeShortcutKeys=true&quot;"/>
    <we:property name="backgroundColor" value="&quot;#F7F8FA&quot;"/>
  </we:properties>
  <we:bindings/>
  <we:snapshot xmlns:r="http://schemas.openxmlformats.org/officeDocument/2006/relationships"/>
</we:webextension>
</file>

<file path=customXml/_rels/item1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1.xml"/></Relationships>
</file>

<file path=customXml/_rels/item2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2.xml"/></Relationships>
</file>

<file path=customXml/_rels/item3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3.xml"/></Relationships>
</file>

<file path=customXml/item1.xml><?xml version="1.0" encoding="utf-8"?>
<p:properties xmlns:p="http://schemas.microsoft.com/office/2006/metadata/properties" xmlns:xsi="http://www.w3.org/2001/XMLSchema-instance" xmlns:pc="http://schemas.microsoft.com/office/infopath/2007/PartnerControls">
  <documentManagement>
    <Document_x0020_Purpose xmlns="f577acbf-5b0b-4b4f-9948-268e97f8d3a4">Informational</Document_x0020_Purpose>
    <Initiatives xmlns="f577acbf-5b0b-4b4f-9948-268e97f8d3a4"/>
  </documentManagement>
</p:properties>
</file>

<file path=customXml/item2.xml><?xml version="1.0" encoding="utf-8"?>
<?mso-contentType ?>
<FormTemplates xmlns="http://schemas.microsoft.com/sharepoint/v3/contenttype/forms">
  <Display>DocumentLibraryForm</Display>
  <Edit>DocumentLibraryForm</Edit>
  <New>DocumentLibraryForm</New>
</FormTemplates>
</file>

<file path=customXml/item3.xml><?xml version="1.0" encoding="utf-8"?>
<ct:contentTypeSchema xmlns:ct="http://schemas.microsoft.com/office/2006/metadata/contentType" xmlns:ma="http://schemas.microsoft.com/office/2006/metadata/properties/metaAttributes" ct:_="" ma:_="" ma:contentTypeName="Document" ma:contentTypeID="0x010100CD401524DC532D42A0E0ED886331A72B" ma:contentTypeVersion="15" ma:contentTypeDescription="Create a new document." ma:contentTypeScope="" ma:versionID="aba17d7263e5a17e1efe42a3571abb41">
  <xsd:schema xmlns:xsd="http://www.w3.org/2001/XMLSchema" xmlns:xs="http://www.w3.org/2001/XMLSchema" xmlns:p="http://schemas.microsoft.com/office/2006/metadata/properties" xmlns:ns2="f577acbf-5b0b-4b4f-9948-268e97f8d3a4" xmlns:ns3="b1e4d6ee-9f6f-43f8-a618-24f3d84da28f" targetNamespace="http://schemas.microsoft.com/office/2006/metadata/properties" ma:root="true" ma:fieldsID="e4e3c9c8ed1c3d723d02c9f1cb24d19a" ns2:_="" ns3:_="">
    <xsd:import namespace="f577acbf-5b0b-4b4f-9948-268e97f8d3a4"/>
    <xsd:import namespace="b1e4d6ee-9f6f-43f8-a618-24f3d84da28f"/>
    <xsd:element name="properties">
      <xsd:complexType>
        <xsd:sequence>
          <xsd:element name="documentManagement">
            <xsd:complexType>
              <xsd:all>
                <xsd:element ref="ns2:MediaServiceMetadata" minOccurs="0"/>
                <xsd:element ref="ns2:MediaServiceFastMetadata" minOccurs="0"/>
                <xsd:element ref="ns3:SharedWithUsers" minOccurs="0"/>
                <xsd:element ref="ns3:SharedWithDetails" minOccurs="0"/>
                <xsd:element ref="ns3:LastSharedByUser" minOccurs="0"/>
                <xsd:element ref="ns3:LastSharedByTime" minOccurs="0"/>
                <xsd:element ref="ns2:Document_x0020_Purpose" minOccurs="0"/>
                <xsd:element ref="ns2:Initiatives" minOccurs="0"/>
                <xsd:element ref="ns2:MediaServiceDateTaken" minOccurs="0"/>
                <xsd:element ref="ns2:MediaServiceAutoTags" minOccurs="0"/>
                <xsd:element ref="ns2:MediaServiceOCR" minOccurs="0"/>
                <xsd:element ref="ns2:MediaServiceLocation" minOccurs="0"/>
                <xsd:element ref="ns2:MediaServiceEventHashCode" minOccurs="0"/>
                <xsd:element ref="ns2:MediaServiceGenerationTime" minOccurs="0"/>
              </xsd:all>
            </xsd:complexType>
          </xsd:element>
        </xsd:sequence>
      </xsd:complex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f577acbf-5b0b-4b4f-9948-268e97f8d3a4" elementFormDefault="qualified">
    <xsd:import namespace="http://schemas.microsoft.com/office/2006/documentManagement/types"/>
    <xsd:import namespace="http://schemas.microsoft.com/office/infopath/2007/PartnerControls"/>
    <xsd:element name="MediaServiceMetadata" ma:index="8" nillable="true" ma:displayName="MediaServiceMetadata" ma:hidden="true" ma:internalName="MediaServiceMetadata" ma:readOnly="true">
      <xsd:simpleType>
        <xsd:restriction base="dms:Note"/>
      </xsd:simpleType>
    </xsd:element>
    <xsd:element name="MediaServiceFastMetadata" ma:index="9" nillable="true" ma:displayName="MediaServiceFastMetadata" ma:hidden="true" ma:internalName="MediaServiceFastMetadata" ma:readOnly="true">
      <xsd:simpleType>
        <xsd:restriction base="dms:Note"/>
      </xsd:simpleType>
    </xsd:element>
    <xsd:element name="Document_x0020_Purpose" ma:index="14" nillable="true" ma:displayName="Document Purpose" ma:default="Informational" ma:format="Dropdown" ma:internalName="Document_x0020_Purpose">
      <xsd:simpleType>
        <xsd:restriction base="dms:Choice">
          <xsd:enumeration value="Informational"/>
          <xsd:enumeration value="Feature Spec"/>
          <xsd:enumeration value="Engineering Design"/>
          <xsd:enumeration value="Planning"/>
        </xsd:restriction>
      </xsd:simpleType>
    </xsd:element>
    <xsd:element name="Initiatives" ma:index="15" nillable="true" ma:displayName="Initiatives" ma:description="List of initiatives related to this document" ma:internalName="Initiatives">
      <xsd:complexType>
        <xsd:complexContent>
          <xsd:extension base="dms:MultiChoice">
            <xsd:sequence>
              <xsd:element name="Value" maxOccurs="unbounded" minOccurs="0" nillable="true">
                <xsd:simpleType>
                  <xsd:restriction base="dms:Choice">
                    <xsd:enumeration value="Add-in MAU"/>
                    <xsd:enumeration value="Custom Functions"/>
                    <xsd:enumeration value="Data &amp; Analytics"/>
                    <xsd:enumeration value="DevEx: Portals &amp; Programs"/>
                    <xsd:enumeration value="DevEx: Tools &amp; Libraries"/>
                    <xsd:enumeration value="Engineering"/>
                    <xsd:enumeration value="Excel API"/>
                    <xsd:enumeration value="In-Market Support"/>
                    <xsd:enumeration value="Maker Access"/>
                    <xsd:enumeration value="SDX Runtime &amp; Partners"/>
                    <xsd:enumeration value="SDX Service Delivery"/>
                    <xsd:enumeration value="SDX API &amp; Pipeline"/>
                    <xsd:enumeration value="Shield &amp; OCE"/>
                  </xsd:restriction>
                </xsd:simpleType>
              </xsd:element>
            </xsd:sequence>
          </xsd:extension>
        </xsd:complexContent>
      </xsd:complexType>
    </xsd:element>
    <xsd:element name="MediaServiceDateTaken" ma:index="16" nillable="true" ma:displayName="MediaServiceDateTaken" ma:hidden="true" ma:internalName="MediaServiceDateTaken" ma:readOnly="true">
      <xsd:simpleType>
        <xsd:restriction base="dms:Text"/>
      </xsd:simpleType>
    </xsd:element>
    <xsd:element name="MediaServiceAutoTags" ma:index="17" nillable="true" ma:displayName="MediaServiceAutoTags" ma:internalName="MediaServiceAutoTags" ma:readOnly="true">
      <xsd:simpleType>
        <xsd:restriction base="dms:Text"/>
      </xsd:simpleType>
    </xsd:element>
    <xsd:element name="MediaServiceOCR" ma:index="18" nillable="true" ma:displayName="MediaServiceOCR" ma:internalName="MediaServiceOCR" ma:readOnly="true">
      <xsd:simpleType>
        <xsd:restriction base="dms:Note">
          <xsd:maxLength value="255"/>
        </xsd:restriction>
      </xsd:simpleType>
    </xsd:element>
    <xsd:element name="MediaServiceLocation" ma:index="19" nillable="true" ma:displayName="MediaServiceLocation" ma:internalName="MediaServiceLocation" ma:readOnly="true">
      <xsd:simpleType>
        <xsd:restriction base="dms:Text"/>
      </xsd:simpleType>
    </xsd:element>
    <xsd:element name="MediaServiceEventHashCode" ma:index="20" nillable="true" ma:displayName="MediaServiceEventHashCode" ma:hidden="true" ma:internalName="MediaServiceEventHashCode" ma:readOnly="true">
      <xsd:simpleType>
        <xsd:restriction base="dms:Text"/>
      </xsd:simpleType>
    </xsd:element>
    <xsd:element name="MediaServiceGenerationTime" ma:index="21" nillable="true" ma:displayName="MediaServiceGenerationTime" ma:hidden="true" ma:internalName="MediaServiceGenerationTime" ma:readOnly="true">
      <xsd:simpleType>
        <xsd:restriction base="dms:Text"/>
      </xsd:simple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b1e4d6ee-9f6f-43f8-a618-24f3d84da28f" elementFormDefault="qualified">
    <xsd:import namespace="http://schemas.microsoft.com/office/2006/documentManagement/types"/>
    <xsd:import namespace="http://schemas.microsoft.com/office/infopath/2007/PartnerControls"/>
    <xsd:element name="SharedWithUsers" ma:index="10" nillable="true" ma:displayName="Shared With" ma:internalName="SharedWithUsers" ma:readOnly="true">
      <xsd:complexType>
        <xsd:complexContent>
          <xsd:extension base="dms:UserMulti">
            <xsd:sequence>
              <xsd:element name="UserInfo" minOccurs="0" maxOccurs="unbounded">
                <xsd:complexType>
                  <xsd:sequence>
                    <xsd:element name="DisplayName" type="xsd:string" minOccurs="0"/>
                    <xsd:element name="AccountId" type="dms:UserId" minOccurs="0" nillable="true"/>
                    <xsd:element name="AccountType" type="xsd:string" minOccurs="0"/>
                  </xsd:sequence>
                </xsd:complexType>
              </xsd:element>
            </xsd:sequence>
          </xsd:extension>
        </xsd:complexContent>
      </xsd:complexType>
    </xsd:element>
    <xsd:element name="SharedWithDetails" ma:index="11" nillable="true" ma:displayName="Shared With Details" ma:internalName="SharedWithDetails" ma:readOnly="true">
      <xsd:simpleType>
        <xsd:restriction base="dms:Note">
          <xsd:maxLength value="255"/>
        </xsd:restriction>
      </xsd:simpleType>
    </xsd:element>
    <xsd:element name="LastSharedByUser" ma:index="12" nillable="true" ma:displayName="Last Shared By User" ma:hidden="true" ma:internalName="LastSharedByUser" ma:readOnly="true">
      <xsd:simpleType>
        <xsd:restriction base="dms:Note"/>
      </xsd:simpleType>
    </xsd:element>
    <xsd:element name="LastSharedByTime" ma:index="13" nillable="true" ma:displayName="Last Shared By Time" ma:hidden="true" ma:internalName="LastSharedByTime" ma:readOnly="true">
      <xsd:simpleType>
        <xsd:restriction base="dms:DateTime"/>
      </xsd:simpleType>
    </xsd:element>
  </xsd:schema>
  <xsd:schema xmlns="http://schemas.openxmlformats.org/package/2006/metadata/core-properties" xmlns:xsd="http://www.w3.org/2001/XMLSchema" xmlns:xsi="http://www.w3.org/2001/XMLSchema-instance" xmlns:dc="http://purl.org/dc/elements/1.1/" xmlns:dcterms="http://purl.org/dc/terms/" xmlns:odoc="http://schemas.microsoft.com/internal/obd" targetNamespace="http://schemas.openxmlformats.org/package/2006/metadata/core-properties" elementFormDefault="qualified" attributeFormDefault="unqualified" blockDefault="#all">
    <xsd:import namespace="http://purl.org/dc/elements/1.1/" schemaLocation="http://dublincore.org/schemas/xmls/qdc/2003/04/02/dc.xsd"/>
    <xsd:import namespace="http://purl.org/dc/terms/" schemaLocation="http://dublincore.org/schemas/xmls/qdc/2003/04/02/dcterms.xsd"/>
    <xsd:element name="coreProperties" type="CT_coreProperties"/>
    <xsd:complexType name="CT_coreProperties">
      <xsd:all>
        <xsd:element ref="dc:creator" minOccurs="0" maxOccurs="1"/>
        <xsd:element ref="dcterms:created" minOccurs="0" maxOccurs="1"/>
        <xsd:element ref="dc:identifier" minOccurs="0" maxOccurs="1"/>
        <xsd:element name="contentType" minOccurs="0" maxOccurs="1" type="xsd:string" ma:index="0" ma:displayName="Content Type"/>
        <xsd:element ref="dc:title" minOccurs="0" maxOccurs="1" ma:index="4" ma:displayName="Title"/>
        <xsd:element ref="dc:subject" minOccurs="0" maxOccurs="1"/>
        <xsd:element ref="dc:description" minOccurs="0" maxOccurs="1"/>
        <xsd:element name="keywords" minOccurs="0" maxOccurs="1" type="xsd:string"/>
        <xsd:element ref="dc:language" minOccurs="0" maxOccurs="1"/>
        <xsd:element name="category" minOccurs="0" maxOccurs="1" type="xsd:string"/>
        <xsd:element name="version" minOccurs="0" maxOccurs="1" type="xsd:string"/>
        <xsd:element name="revision" minOccurs="0" maxOccurs="1" type="xsd:string">
          <xsd:annotation>
            <xsd:documentation>
                        This value indicates the number of saves or revisions. The application is responsible for updating this value after each revision.
                    </xsd:documentation>
          </xsd:annotation>
        </xsd:element>
        <xsd:element name="lastModifiedBy" minOccurs="0" maxOccurs="1" type="xsd:string"/>
        <xsd:element ref="dcterms:modified" minOccurs="0" maxOccurs="1"/>
        <xsd:element name="contentStatus" minOccurs="0" maxOccurs="1" type="xsd:string"/>
      </xsd:all>
    </xsd:complexType>
  </xsd:schema>
  <xs:schema xmlns:pc="http://schemas.microsoft.com/office/infopath/2007/PartnerControls" xmlns:xs="http://www.w3.org/2001/XMLSchema" targetNamespace="http://schemas.microsoft.com/office/infopath/2007/PartnerControls" elementFormDefault="qualified" attributeFormDefault="unqualified">
    <xs:element name="Person">
      <xs:complexType>
        <xs:sequence>
          <xs:element ref="pc:DisplayName" minOccurs="0"/>
          <xs:element ref="pc:AccountId" minOccurs="0"/>
          <xs:element ref="pc:AccountType" minOccurs="0"/>
        </xs:sequence>
      </xs:complexType>
    </xs:element>
    <xs:element name="DisplayName" type="xs:string"/>
    <xs:element name="AccountId" type="xs:string"/>
    <xs:element name="AccountType" type="xs:string"/>
    <xs:element name="BDCAssociatedEntity">
      <xs:complexType>
        <xs:sequence>
          <xs:element ref="pc:BDCEntity" minOccurs="0" maxOccurs="unbounded"/>
        </xs:sequence>
        <xs:attribute ref="pc:EntityNamespace"/>
        <xs:attribute ref="pc:EntityName"/>
        <xs:attribute ref="pc:SystemInstanceName"/>
        <xs:attribute ref="pc:AssociationName"/>
      </xs:complexType>
    </xs:element>
    <xs:attribute name="EntityNamespace" type="xs:string"/>
    <xs:attribute name="EntityName" type="xs:string"/>
    <xs:attribute name="SystemInstanceName" type="xs:string"/>
    <xs:attribute name="AssociationName" type="xs:string"/>
    <xs:element name="BDCEntity">
      <xs:complexType>
        <xs:sequence>
          <xs:element ref="pc:EntityDisplayName" minOccurs="0"/>
          <xs:element ref="pc:EntityInstanceReference" minOccurs="0"/>
          <xs:element ref="pc:EntityId1" minOccurs="0"/>
          <xs:element ref="pc:EntityId2" minOccurs="0"/>
          <xs:element ref="pc:EntityId3" minOccurs="0"/>
          <xs:element ref="pc:EntityId4" minOccurs="0"/>
          <xs:element ref="pc:EntityId5" minOccurs="0"/>
        </xs:sequence>
      </xs:complexType>
    </xs:element>
    <xs:element name="EntityDisplayName" type="xs:string"/>
    <xs:element name="EntityInstanceReference" type="xs:string"/>
    <xs:element name="EntityId1" type="xs:string"/>
    <xs:element name="EntityId2" type="xs:string"/>
    <xs:element name="EntityId3" type="xs:string"/>
    <xs:element name="EntityId4" type="xs:string"/>
    <xs:element name="EntityId5" type="xs:string"/>
    <xs:element name="Terms">
      <xs:complexType>
        <xs:sequence>
          <xs:element ref="pc:TermInfo" minOccurs="0" maxOccurs="unbounded"/>
        </xs:sequence>
      </xs:complexType>
    </xs:element>
    <xs:element name="TermInfo">
      <xs:complexType>
        <xs:sequence>
          <xs:element ref="pc:TermName" minOccurs="0"/>
          <xs:element ref="pc:TermId" minOccurs="0"/>
        </xs:sequence>
      </xs:complexType>
    </xs:element>
    <xs:element name="TermName" type="xs:string"/>
    <xs:element name="TermId" type="xs:string"/>
  </xs:schema>
</ct:contentTypeSchema>
</file>

<file path=customXml/itemProps1.xml><?xml version="1.0" encoding="utf-8"?>
<ds:datastoreItem xmlns:ds="http://schemas.openxmlformats.org/officeDocument/2006/customXml" ds:itemID="{617AB1FA-2F28-4684-9230-02ACEB6C0B0A}">
  <ds:schemaRefs>
    <ds:schemaRef ds:uri="http://purl.org/dc/elements/1.1/"/>
    <ds:schemaRef ds:uri="http://schemas.microsoft.com/office/2006/metadata/properties"/>
    <ds:schemaRef ds:uri="b1e4d6ee-9f6f-43f8-a618-24f3d84da28f"/>
    <ds:schemaRef ds:uri="http://schemas.microsoft.com/office/2006/documentManagement/types"/>
    <ds:schemaRef ds:uri="http://purl.org/dc/terms/"/>
    <ds:schemaRef ds:uri="http://schemas.openxmlformats.org/package/2006/metadata/core-properties"/>
    <ds:schemaRef ds:uri="f577acbf-5b0b-4b4f-9948-268e97f8d3a4"/>
    <ds:schemaRef ds:uri="http://purl.org/dc/dcmitype/"/>
    <ds:schemaRef ds:uri="http://schemas.microsoft.com/office/infopath/2007/PartnerControls"/>
    <ds:schemaRef ds:uri="http://www.w3.org/XML/1998/namespace"/>
  </ds:schemaRefs>
</ds:datastoreItem>
</file>

<file path=customXml/itemProps2.xml><?xml version="1.0" encoding="utf-8"?>
<ds:datastoreItem xmlns:ds="http://schemas.openxmlformats.org/officeDocument/2006/customXml" ds:itemID="{E21AFCC0-734A-4A90-A597-A1CB34860DCD}">
  <ds:schemaRefs>
    <ds:schemaRef ds:uri="http://schemas.microsoft.com/sharepoint/v3/contenttype/forms"/>
  </ds:schemaRefs>
</ds:datastoreItem>
</file>

<file path=customXml/itemProps3.xml><?xml version="1.0" encoding="utf-8"?>
<ds:datastoreItem xmlns:ds="http://schemas.openxmlformats.org/officeDocument/2006/customXml" ds:itemID="{1DD29C39-1C4E-4B06-A1F4-2510F2DACF6E}">
  <ds:schemaRefs>
    <ds:schemaRef ds:uri="http://schemas.microsoft.com/office/2006/metadata/contentType"/>
    <ds:schemaRef ds:uri="http://schemas.microsoft.com/office/2006/metadata/properties/metaAttributes"/>
    <ds:schemaRef ds:uri="http://www.w3.org/2001/XMLSchema"/>
    <ds:schemaRef ds:uri="http://schemas.microsoft.com/office/2006/metadata/properties"/>
    <ds:schemaRef ds:uri="f577acbf-5b0b-4b4f-9948-268e97f8d3a4"/>
    <ds:schemaRef ds:uri="b1e4d6ee-9f6f-43f8-a618-24f3d84da28f"/>
    <ds:schemaRef ds:uri="http://schemas.microsoft.com/office/2006/documentManagement/types"/>
    <ds:schemaRef ds:uri="http://schemas.microsoft.com/office/infopath/2007/PartnerControls"/>
    <ds:schemaRef ds:uri="http://schemas.openxmlformats.org/package/2006/metadata/core-properties"/>
    <ds:schemaRef ds:uri="http://purl.org/dc/elements/1.1/"/>
    <ds:schemaRef ds:uri="http://purl.org/dc/terms/"/>
    <ds:schemaRef ds:uri="http://schemas.microsoft.com/internal/obd"/>
  </ds:schemaRefs>
</ds:datastoreItem>
</file>

<file path=docProps/app.xml><?xml version="1.0" encoding="utf-8"?>
<Properties xmlns="http://schemas.openxmlformats.org/officeDocument/2006/extended-properties" xmlns:vt="http://schemas.openxmlformats.org/officeDocument/2006/docPropsVTypes">
  <TotalTime>1503</TotalTime>
  <Words>84</Words>
  <Application>Microsoft Office PowerPoint</Application>
  <PresentationFormat>Widescreen</PresentationFormat>
  <Paragraphs>10</Paragraphs>
  <Slides>2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7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2</vt:i4>
      </vt:variant>
    </vt:vector>
  </HeadingPairs>
  <TitlesOfParts>
    <vt:vector size="10" baseType="lpstr">
      <vt:lpstr>Arial</vt:lpstr>
      <vt:lpstr>Calibri</vt:lpstr>
      <vt:lpstr>Calibri Light</vt:lpstr>
      <vt:lpstr>Segoe UI</vt:lpstr>
      <vt:lpstr>Segoe UI Light</vt:lpstr>
      <vt:lpstr>Segoe UI Semibold</vt:lpstr>
      <vt:lpstr>Times New Roman</vt:lpstr>
      <vt:lpstr>Office Theme</vt:lpstr>
      <vt:lpstr>Microsoft Power BI</vt:lpstr>
      <vt:lpstr>Relaunch the add-in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Presentation</dc:title>
  <dc:creator>Microsoft</dc:creator>
  <cp:lastModifiedBy>nabila alya</cp:lastModifiedBy>
  <cp:revision>3</cp:revision>
  <dcterms:created xsi:type="dcterms:W3CDTF">2018-06-07T21:39:02Z</dcterms:created>
  <dcterms:modified xsi:type="dcterms:W3CDTF">2026-10-01T03:44:07Z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ContentTypeId">
    <vt:lpwstr>0x010100CD401524DC532D42A0E0ED886331A72B</vt:lpwstr>
  </property>
  <property fmtid="{D5CDD505-2E9C-101B-9397-08002B2CF9AE}" pid="3" name="MSIP_Label_f42aa342-8706-4288-bd11-ebb85995028c_Enabled">
    <vt:lpwstr>True</vt:lpwstr>
  </property>
  <property fmtid="{D5CDD505-2E9C-101B-9397-08002B2CF9AE}" pid="4" name="MSIP_Label_f42aa342-8706-4288-bd11-ebb85995028c_SiteId">
    <vt:lpwstr>72f988bf-86f1-41af-91ab-2d7cd011db47</vt:lpwstr>
  </property>
  <property fmtid="{D5CDD505-2E9C-101B-9397-08002B2CF9AE}" pid="5" name="MSIP_Label_f42aa342-8706-4288-bd11-ebb85995028c_Owner">
    <vt:lpwstr>t-dahop@microsoft.com</vt:lpwstr>
  </property>
  <property fmtid="{D5CDD505-2E9C-101B-9397-08002B2CF9AE}" pid="6" name="MSIP_Label_f42aa342-8706-4288-bd11-ebb85995028c_SetDate">
    <vt:lpwstr>2018-06-18T13:45:27.3782680Z</vt:lpwstr>
  </property>
  <property fmtid="{D5CDD505-2E9C-101B-9397-08002B2CF9AE}" pid="7" name="MSIP_Label_f42aa342-8706-4288-bd11-ebb85995028c_Name">
    <vt:lpwstr>General</vt:lpwstr>
  </property>
  <property fmtid="{D5CDD505-2E9C-101B-9397-08002B2CF9AE}" pid="8" name="MSIP_Label_f42aa342-8706-4288-bd11-ebb85995028c_Application">
    <vt:lpwstr>Microsoft Azure Information Protection</vt:lpwstr>
  </property>
  <property fmtid="{D5CDD505-2E9C-101B-9397-08002B2CF9AE}" pid="9" name="MSIP_Label_f42aa342-8706-4288-bd11-ebb85995028c_Extended_MSFT_Method">
    <vt:lpwstr>Automatic</vt:lpwstr>
  </property>
  <property fmtid="{D5CDD505-2E9C-101B-9397-08002B2CF9AE}" pid="10" name="Sensitivity">
    <vt:lpwstr>General</vt:lpwstr>
  </property>
</Properties>
</file>